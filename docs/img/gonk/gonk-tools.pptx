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90" d="100"/>
          <a:sy n="90" d="100"/>
        </p:scale>
        <p:origin x="-282" y="1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CCF9F-7D33-A77E-7030-82FB9407B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C469B-F508-CAC4-3AAF-4A2A6146F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983E6-C100-CE21-47FC-2A2FBBEA8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3AA1-CDEC-4731-B06A-F084FF0D51DD}" type="datetimeFigureOut">
              <a:rPr lang="en-NZ" smtClean="0"/>
              <a:t>31/05/2026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A740F-8D50-429D-827D-6A4A60904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B27F7-FD38-9E1A-D2A9-03D0663C8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679D-C2F7-4A8B-B0C6-4BAA4A75D1E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00452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59FA5-BDB5-C266-21AA-12C30A459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5D50A-3CA7-7D30-EF2F-54E505D8C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0C0A9-1804-ED56-47DD-73EA3A1C5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3AA1-CDEC-4731-B06A-F084FF0D51DD}" type="datetimeFigureOut">
              <a:rPr lang="en-NZ" smtClean="0"/>
              <a:t>31/05/2026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6F30B-6126-2AE1-8CF2-AC6D0CB1C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3C7BB-04BE-B2C8-40E8-4709A0938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679D-C2F7-4A8B-B0C6-4BAA4A75D1E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694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B32AA-1450-3997-2B22-D8704ADD1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C080B-F56F-82B2-B6C4-45FD94E44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C5076-C915-0E8E-FCDA-6AAC2232C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3AA1-CDEC-4731-B06A-F084FF0D51DD}" type="datetimeFigureOut">
              <a:rPr lang="en-NZ" smtClean="0"/>
              <a:t>31/05/2026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8D0AB-09FC-10E6-6B7C-7707D0B40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F2DAC-94C0-ECAC-8FEA-8499BBECB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679D-C2F7-4A8B-B0C6-4BAA4A75D1E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3648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F95F3-F647-A321-49C5-DB987F618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54AD2-45B5-BD4B-58DF-AE18936EF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8B402-F824-C557-2F80-E7FA8D204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58509-2D67-E289-E45F-6DEE0B2DC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3AA1-CDEC-4731-B06A-F084FF0D51DD}" type="datetimeFigureOut">
              <a:rPr lang="en-NZ" smtClean="0"/>
              <a:t>31/05/2026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5C995-5350-6CA1-0AB3-AA2E1F2B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C40BF-46AB-FB3F-AADB-FB3595056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679D-C2F7-4A8B-B0C6-4BAA4A75D1E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0359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CA1EF-6635-FBBF-05B7-BA71FFE3F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A4F72-7737-B326-9F93-E3CD3B59E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41A69-9B8D-C499-3E5A-E18A23CBF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CE660B-8EFB-F4F4-3771-577F26D8D8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EE0D1-7A53-1233-51CA-2AC25344E3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295E98-4E63-8A62-B401-790B1C09F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3AA1-CDEC-4731-B06A-F084FF0D51DD}" type="datetimeFigureOut">
              <a:rPr lang="en-NZ" smtClean="0"/>
              <a:t>31/05/2026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F774DB-BAFD-0C57-F176-F2E879B35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BE6294-6C37-5EC9-4301-AAE6023C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679D-C2F7-4A8B-B0C6-4BAA4A75D1E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37514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5D473-E8C7-7914-E116-1A775F7E2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548479-9944-74EC-3F2B-76601AE3F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3AA1-CDEC-4731-B06A-F084FF0D51DD}" type="datetimeFigureOut">
              <a:rPr lang="en-NZ" smtClean="0"/>
              <a:t>31/05/2026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04EE5-534E-CE45-2D42-09570D61A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2FA01-7D74-F978-F19F-E5940C8E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679D-C2F7-4A8B-B0C6-4BAA4A75D1E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54995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54D5C2-8D31-84BD-B0FB-0861C1E9B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3AA1-CDEC-4731-B06A-F084FF0D51DD}" type="datetimeFigureOut">
              <a:rPr lang="en-NZ" smtClean="0"/>
              <a:t>31/05/2026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7247E-91F6-108B-9BA3-09C76ABA3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6F876-E6F5-657E-04F6-2E1BDA21E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679D-C2F7-4A8B-B0C6-4BAA4A75D1E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41300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5D0-B48F-6D5D-226C-16FB04F32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D2C0F-4C66-F51B-A43A-F1B542C4D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CB6DA2-FCE3-E5CB-B105-560F94A58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ECE59-9352-CF64-A351-A4BECF956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3AA1-CDEC-4731-B06A-F084FF0D51DD}" type="datetimeFigureOut">
              <a:rPr lang="en-NZ" smtClean="0"/>
              <a:t>31/05/2026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DB34A-23C0-2E15-FF28-A56FD68CE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94FBE-D5A6-E68C-259A-7869C2D70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679D-C2F7-4A8B-B0C6-4BAA4A75D1E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66178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9101-3834-F7A9-922E-F2D9C9436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BF26A5-BF49-D182-DBFB-BD4689D62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850A1-42A3-1256-A6C7-C0EE00F49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69EF7-35D7-8436-EB2F-99FF8AB2C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3AA1-CDEC-4731-B06A-F084FF0D51DD}" type="datetimeFigureOut">
              <a:rPr lang="en-NZ" smtClean="0"/>
              <a:t>31/05/2026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F4AA5-1FF5-A21D-6295-AA8E8FF76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BE27D-206D-43CA-CBC4-94B36584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679D-C2F7-4A8B-B0C6-4BAA4A75D1E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74717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EF55-EA9B-4627-F21F-8A4DFF64F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10B20-8521-E447-DEF7-F0FF2EDC5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EED3-089B-CFDF-D3B1-2748FB762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3AA1-CDEC-4731-B06A-F084FF0D51DD}" type="datetimeFigureOut">
              <a:rPr lang="en-NZ" smtClean="0"/>
              <a:t>31/05/2026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7D8FD-3852-1E9D-226A-32E2F68E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200B2-33CB-5975-8DC4-BAF439CD2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679D-C2F7-4A8B-B0C6-4BAA4A75D1E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45963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C76E80-F25E-B3DD-221E-363BE29401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E926D1-29BD-E466-20C5-F8C8AD9E6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FA1CB-0068-B8F5-CB51-4898A3123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3AA1-CDEC-4731-B06A-F084FF0D51DD}" type="datetimeFigureOut">
              <a:rPr lang="en-NZ" smtClean="0"/>
              <a:t>31/05/2026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242DD-A22E-F877-38CA-EF7E08C90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90A3E-4DF8-81E3-6650-6A26C718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679D-C2F7-4A8B-B0C6-4BAA4A75D1E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82997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54B950-FCDE-7FB2-2641-7BE1F6CF2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2F5F3-8991-47E8-53F9-A1700193A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84478-ACF4-D125-46B3-83DFDC511B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153AA1-CDEC-4731-B06A-F084FF0D51DD}" type="datetimeFigureOut">
              <a:rPr lang="en-NZ" smtClean="0"/>
              <a:t>31/05/2026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5ECBD-9B99-83FA-D641-842C4C1E2F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EF47F-E162-1F99-5AA7-B0AD5E1A5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4C679D-C2F7-4A8B-B0C6-4BAA4A75D1E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39090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615208-5E21-1088-3272-2EC73EFCD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893" y="847364"/>
            <a:ext cx="1524213" cy="51632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9020B5-32A2-8A97-0230-5C35D968BE99}"/>
              </a:ext>
            </a:extLst>
          </p:cNvPr>
          <p:cNvSpPr txBox="1"/>
          <p:nvPr/>
        </p:nvSpPr>
        <p:spPr>
          <a:xfrm>
            <a:off x="3380875" y="902367"/>
            <a:ext cx="20453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Custom Brush, Anim Brush</a:t>
            </a:r>
            <a:endParaRPr lang="en-NZ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9FE135-FF4D-5F9B-1D59-A5EC5517EF78}"/>
              </a:ext>
            </a:extLst>
          </p:cNvPr>
          <p:cNvSpPr txBox="1"/>
          <p:nvPr/>
        </p:nvSpPr>
        <p:spPr>
          <a:xfrm>
            <a:off x="3605467" y="1379617"/>
            <a:ext cx="1804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Draw, Continuous draw</a:t>
            </a:r>
            <a:endParaRPr lang="en-NZ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6ACB07-F31C-A78F-FCD6-01B0764663FA}"/>
              </a:ext>
            </a:extLst>
          </p:cNvPr>
          <p:cNvSpPr txBox="1"/>
          <p:nvPr/>
        </p:nvSpPr>
        <p:spPr>
          <a:xfrm>
            <a:off x="4207044" y="1872913"/>
            <a:ext cx="13355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Line, [Curve *]</a:t>
            </a:r>
            <a:endParaRPr lang="en-NZ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B7E23-8D3D-6562-1FEA-65EA995A8754}"/>
              </a:ext>
            </a:extLst>
          </p:cNvPr>
          <p:cNvSpPr txBox="1"/>
          <p:nvPr/>
        </p:nvSpPr>
        <p:spPr>
          <a:xfrm>
            <a:off x="3380875" y="2318085"/>
            <a:ext cx="2017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Rectangle, Filled Rectangle</a:t>
            </a:r>
            <a:endParaRPr lang="en-NZ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92A992-3871-BF1E-6643-5AD48D8859BD}"/>
              </a:ext>
            </a:extLst>
          </p:cNvPr>
          <p:cNvSpPr txBox="1"/>
          <p:nvPr/>
        </p:nvSpPr>
        <p:spPr>
          <a:xfrm>
            <a:off x="3906257" y="2799351"/>
            <a:ext cx="1540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Circle, Filled Circle</a:t>
            </a:r>
            <a:endParaRPr lang="en-NZ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122DBA-BC68-79F7-20AD-CB3184899AD4}"/>
              </a:ext>
            </a:extLst>
          </p:cNvPr>
          <p:cNvSpPr txBox="1"/>
          <p:nvPr/>
        </p:nvSpPr>
        <p:spPr>
          <a:xfrm>
            <a:off x="3794071" y="3256546"/>
            <a:ext cx="15559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Ellipse, Filled Ellipse</a:t>
            </a:r>
            <a:endParaRPr lang="en-NZ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7D768F-680E-8714-4135-C646A767A57D}"/>
              </a:ext>
            </a:extLst>
          </p:cNvPr>
          <p:cNvSpPr txBox="1"/>
          <p:nvPr/>
        </p:nvSpPr>
        <p:spPr>
          <a:xfrm>
            <a:off x="3248530" y="3713748"/>
            <a:ext cx="2366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Grab Brush, Grab Animbrush</a:t>
            </a:r>
            <a:endParaRPr lang="en-NZ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AFAFC4-44DB-58FE-A361-9EDCF34A91C9}"/>
              </a:ext>
            </a:extLst>
          </p:cNvPr>
          <p:cNvSpPr txBox="1"/>
          <p:nvPr/>
        </p:nvSpPr>
        <p:spPr>
          <a:xfrm>
            <a:off x="3573384" y="4146886"/>
            <a:ext cx="1884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Flood Fill, Brush Handle</a:t>
            </a:r>
            <a:endParaRPr lang="en-NZ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632164-EEDA-2E93-F8EF-8B31EF41BDDD}"/>
              </a:ext>
            </a:extLst>
          </p:cNvPr>
          <p:cNvSpPr txBox="1"/>
          <p:nvPr/>
        </p:nvSpPr>
        <p:spPr>
          <a:xfrm>
            <a:off x="4130957" y="4616114"/>
            <a:ext cx="12311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Magnify, [Text *]</a:t>
            </a:r>
            <a:endParaRPr lang="en-NZ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80609E-53F9-1C44-DB49-2993889E6DFC}"/>
              </a:ext>
            </a:extLst>
          </p:cNvPr>
          <p:cNvSpPr txBox="1"/>
          <p:nvPr/>
        </p:nvSpPr>
        <p:spPr>
          <a:xfrm>
            <a:off x="3693697" y="5073321"/>
            <a:ext cx="1764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Grid snap, Pick colour</a:t>
            </a:r>
            <a:endParaRPr lang="en-NZ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33C055-C2B1-9307-2C7C-B55FF615A328}"/>
              </a:ext>
            </a:extLst>
          </p:cNvPr>
          <p:cNvSpPr txBox="1"/>
          <p:nvPr/>
        </p:nvSpPr>
        <p:spPr>
          <a:xfrm>
            <a:off x="4351426" y="5530522"/>
            <a:ext cx="11911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Undo, Clear</a:t>
            </a:r>
            <a:endParaRPr lang="en-NZ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DD8A8A-DDBB-4FF9-25D5-67CC5302C2A5}"/>
              </a:ext>
            </a:extLst>
          </p:cNvPr>
          <p:cNvSpPr txBox="1"/>
          <p:nvPr/>
        </p:nvSpPr>
        <p:spPr>
          <a:xfrm>
            <a:off x="6829921" y="934451"/>
            <a:ext cx="11911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Circle 1</a:t>
            </a:r>
            <a:endParaRPr lang="en-NZ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F7F368-7408-23E7-38E4-28E3FDBCD69E}"/>
              </a:ext>
            </a:extLst>
          </p:cNvPr>
          <p:cNvSpPr txBox="1"/>
          <p:nvPr/>
        </p:nvSpPr>
        <p:spPr>
          <a:xfrm>
            <a:off x="6837946" y="1435765"/>
            <a:ext cx="11911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Circle 2</a:t>
            </a:r>
            <a:endParaRPr lang="en-NZ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467A05-58E1-4250-EBFC-B9B4C66B1127}"/>
              </a:ext>
            </a:extLst>
          </p:cNvPr>
          <p:cNvSpPr txBox="1"/>
          <p:nvPr/>
        </p:nvSpPr>
        <p:spPr>
          <a:xfrm>
            <a:off x="6837948" y="1880933"/>
            <a:ext cx="11911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Circle 3</a:t>
            </a:r>
            <a:endParaRPr lang="en-NZ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8E6EBA-5C13-3095-6EAB-4F6312E223C0}"/>
              </a:ext>
            </a:extLst>
          </p:cNvPr>
          <p:cNvSpPr txBox="1"/>
          <p:nvPr/>
        </p:nvSpPr>
        <p:spPr>
          <a:xfrm>
            <a:off x="6837939" y="2338137"/>
            <a:ext cx="11911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Circle 4</a:t>
            </a:r>
            <a:endParaRPr lang="en-NZ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3FDD4C-2D12-B6BD-5118-58BD81703583}"/>
              </a:ext>
            </a:extLst>
          </p:cNvPr>
          <p:cNvSpPr txBox="1"/>
          <p:nvPr/>
        </p:nvSpPr>
        <p:spPr>
          <a:xfrm>
            <a:off x="6837949" y="2819403"/>
            <a:ext cx="11911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Circle 5</a:t>
            </a:r>
            <a:endParaRPr lang="en-NZ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BF9388-C6DA-82A5-9101-6B6CDB14D85D}"/>
              </a:ext>
            </a:extLst>
          </p:cNvPr>
          <p:cNvSpPr txBox="1"/>
          <p:nvPr/>
        </p:nvSpPr>
        <p:spPr>
          <a:xfrm>
            <a:off x="6837949" y="3276598"/>
            <a:ext cx="11911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Circle 6</a:t>
            </a:r>
            <a:endParaRPr lang="en-NZ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9612C0-51F6-BC12-F950-D1BF57C8CC75}"/>
              </a:ext>
            </a:extLst>
          </p:cNvPr>
          <p:cNvSpPr txBox="1"/>
          <p:nvPr/>
        </p:nvSpPr>
        <p:spPr>
          <a:xfrm>
            <a:off x="6837943" y="3721768"/>
            <a:ext cx="11911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Circle 7</a:t>
            </a:r>
            <a:endParaRPr lang="en-NZ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09700F-970A-AC0F-4E88-F374A920EAC1}"/>
              </a:ext>
            </a:extLst>
          </p:cNvPr>
          <p:cNvSpPr txBox="1"/>
          <p:nvPr/>
        </p:nvSpPr>
        <p:spPr>
          <a:xfrm>
            <a:off x="6837942" y="4166938"/>
            <a:ext cx="11911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Circle 8</a:t>
            </a:r>
            <a:endParaRPr lang="en-NZ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48D975-012A-202A-4CE9-E88A2AA90274}"/>
              </a:ext>
            </a:extLst>
          </p:cNvPr>
          <p:cNvSpPr txBox="1"/>
          <p:nvPr/>
        </p:nvSpPr>
        <p:spPr>
          <a:xfrm>
            <a:off x="6837943" y="4636166"/>
            <a:ext cx="11911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Circle 9</a:t>
            </a:r>
            <a:endParaRPr lang="en-NZ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C81091-1B22-4FCC-7B39-32F287D75F47}"/>
              </a:ext>
            </a:extLst>
          </p:cNvPr>
          <p:cNvSpPr txBox="1"/>
          <p:nvPr/>
        </p:nvSpPr>
        <p:spPr>
          <a:xfrm>
            <a:off x="6837945" y="5093373"/>
            <a:ext cx="11911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Collision Zone</a:t>
            </a:r>
            <a:endParaRPr lang="en-NZ" sz="1200" dirty="0"/>
          </a:p>
        </p:txBody>
      </p:sp>
    </p:spTree>
    <p:extLst>
      <p:ext uri="{BB962C8B-B14F-4D97-AF65-F5344CB8AC3E}">
        <p14:creationId xmlns:p14="http://schemas.microsoft.com/office/powerpoint/2010/main" val="1344255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Claire Young</dc:creator>
  <cp:lastModifiedBy>Claire Young</cp:lastModifiedBy>
  <cp:revision>2</cp:revision>
  <dcterms:created xsi:type="dcterms:W3CDTF">2026-05-31T01:50:09Z</dcterms:created>
  <dcterms:modified xsi:type="dcterms:W3CDTF">2026-05-31T02:11:42Z</dcterms:modified>
</cp:coreProperties>
</file>